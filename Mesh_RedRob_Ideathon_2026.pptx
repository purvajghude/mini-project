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DEAE3"/>
                </a:solidFill>
              </a:rPr>
              <a:t>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9C93"/>
                </a:solidFill>
              </a:rPr>
              <a:t>Skill-matching community for builders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50292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9C93"/>
                </a:solidFill>
              </a:rPr>
              <a:t>An AI-native platform where builders post asks, share work,
and find complementary collaborators — generating a verified
skill-graph data flywheel that powers RedRob HR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34A"/>
                </a:solidFill>
              </a:rPr>
              <a:t>TEAM NAME  ·  Team Members Here  ·  RedRob Ideathon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7534A"/>
                </a:solidFill>
              </a:rPr>
              <a:t>REDROB × INDIA RUNS IDEATHON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7342631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02 ·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EAE3"/>
                </a:solidFill>
              </a:rPr>
              <a:t>Builders can't find people who complete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9C93"/>
                </a:solidFill>
              </a:rPr>
              <a:t>The right person is out there.
You just can't find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7315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Who experiences 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115568"/>
            <a:ext cx="64008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18872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7534A"/>
                </a:solidFill>
              </a:rPr>
              <a:t>• Solo devs &amp; designers building side projects
• Early-stage founders missing co-founder skills
• Students seeking real collab, not just internships
• Engineers wanting to grow through peer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517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What's the problem?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035808"/>
            <a:ext cx="64008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10896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7534A"/>
                </a:solidFill>
              </a:rPr>
              <a:t>• 50M+ developers globally — zero discoverability
• Skills on LinkedIn = self-reported, unverified
• GitHub = activity graph, not collaboration intent
• No platform surfaces complementarity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572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Why now?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956048"/>
            <a:ext cx="64008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50292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7534A"/>
                </a:solidFill>
              </a:rPr>
              <a:t>• AI makes skill verification finally automatable
• Vector embeddings can compute 'team fit'
• Builder communities growing faster than job boards
• RedRob's graph is the missing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03 · OPPORTUNITY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30F"/>
                </a:solidFill>
              </a:rPr>
              <a:t>A living, verified skill graph
for every builder on Earth.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10972800" cy="127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3566160" cy="146304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6B35"/>
                </a:solidFill>
              </a:rPr>
              <a:t>50M+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developers globally
with no discoverability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423160"/>
            <a:ext cx="3566160" cy="146304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6B35"/>
                </a:solidFill>
              </a:rPr>
              <a:t>$50B+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63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talent intelligence market
RedRob is positioned to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423160"/>
            <a:ext cx="3566160" cy="146304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63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platforms today verify skill
through actual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0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534A"/>
                </a:solidFill>
              </a:rPr>
              <a:t>Future state: Every builder has a skill graph earned through real work — verified by AI analysis of their GitHub, portfolio, and peer interactions. RedRob becomes the infrastructure layer that knows not just who has a skill, but who can teach it, pair with it, and grow through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Why RedRob is uniquely positioned: existing talent graph + behavioral signals + HR context = the dataset no new entrant can replicate.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04 ·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DEAE3"/>
                </a:solidFill>
              </a:rPr>
              <a:t>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C93"/>
                </a:solidFill>
              </a:rPr>
              <a:t>The community feed that matches builders by
what they can build together — not just who they 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114300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2651760" cy="3474720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743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Community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Builders post ASKS, SHOWS, OFFERS, BUILD LOGS.
Skill-matched notifications surface each post to the
right expert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606040"/>
            <a:ext cx="2651760" cy="3474720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743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Verified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GitHub OAuth → AI extracts real skills from repos.
Karma system: help others → earn Expert badges.
Verified weight powers the ranking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606040"/>
            <a:ext cx="2651760" cy="3474720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743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Complementarity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Embedding model (all-MiniLM-L6-v2) computes
'can these two build what neither could alone?'
Score = 0.6×complement + 0.2×reciprocity + 0.2×affinity.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4" y="2606040"/>
            <a:ext cx="2651760" cy="3474720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743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Generative Pitches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On match: Groq LLM generates 3 specific, buildable
project pitches tailored to the skill-gap between
the two matched builders.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AI-NATIVE: skill extraction · complementarity vectors · generative pitches · smart notifications · AI first-pass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05 · USER JOURNEY /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30F"/>
                </a:solidFill>
              </a:rPr>
              <a:t>From sign-up to collaboration in 5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103120" cy="32004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417320"/>
            <a:ext cx="457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AE3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AE3"/>
                </a:solidFill>
              </a:rPr>
              <a:t>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Email OTP or
GitHub/Google OAuth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072" y="1280160"/>
            <a:ext cx="2103120" cy="32004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417320"/>
            <a:ext cx="457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AE3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AE3"/>
                </a:solidFill>
              </a:rPr>
              <a:t>Skill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AI reads GitHub repos
extracts verified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1224" y="1280160"/>
            <a:ext cx="2103120" cy="32004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0952" y="1417320"/>
            <a:ext cx="457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AE3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AE3"/>
                </a:solidFill>
              </a:rPr>
              <a:t>Browse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See ASKs matched
to your skill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0376" y="1280160"/>
            <a:ext cx="2103120" cy="32004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0104" y="1417320"/>
            <a:ext cx="457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AE3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AE3"/>
                </a:solidFill>
              </a:rPr>
              <a:t>Help &amp;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Answer asks · earn karma
swipe deck →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39528" y="1280160"/>
            <a:ext cx="2103120" cy="32004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9256" y="1417320"/>
            <a:ext cx="457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AE3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AE3"/>
                </a:solidFill>
              </a:rPr>
              <a:t>Collab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AI pitches 3 project ideas
you build together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09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34A"/>
                </a:solidFill>
              </a:rPr>
              <a:t>Onboarding → Feed (skill-matched asks) → Post / Help / React → Match overlay → Chat → Log collab → Earn XP + karma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34A"/>
                </a:solidFill>
              </a:rPr>
              <a:t>Every interaction trains the complementarity model · Verified helps earn Expert badge · Karma unlocks reputation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06 · AI LOGIC &amp; 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AE3"/>
                </a:solidFill>
              </a:rPr>
              <a:t>Where AI intervenes and how decisions are made.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66160" cy="484632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5661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EAE3"/>
                </a:solidFill>
              </a:rPr>
              <a:t>Skill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GitHub repos + OAuth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Groq llama-3.3-70b-versatile
+ Vision (llama-4-scout-17b)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Weighted skill list
verified=true flag
XP awarded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Onboarding + manual 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280160"/>
            <a:ext cx="3566160" cy="484632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280160"/>
            <a:ext cx="35661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3167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EAE3"/>
                </a:solidFill>
              </a:rPr>
              <a:t>Complementarity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737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Skill vectors (384-d)
Swipe history · help karma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743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971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all-MiniLM-L6-v2 embeddings
+ custom scorer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7490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0.6 × complement_fit
0.2 × reciprocity
0.2 × affinity
+ diversity re-rank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7548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GET /deck request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6" y="1280160"/>
            <a:ext cx="3566160" cy="484632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6" y="1280160"/>
            <a:ext cx="35661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13167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EAE3"/>
                </a:solidFill>
              </a:rPr>
              <a:t>Pitch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1737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Profile A skills
Profile B skills
complement gap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2743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971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Groq llama-3.3-70b-versatile
3-shot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37490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3 specific buildable
project pitches with
title + rationale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47548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Right-swipe match 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172200"/>
            <a:ext cx="11247120" cy="502920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SMART NOTIFICATIONS  ·  pg_net DB trigger → FastAPI /internal/notify → FCM HTTP v1 → device  ·  'Someone needs your React skills'  ·  'New answer on your ask'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07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130F"/>
                </a:solidFill>
              </a:rPr>
              <a:t>Cloud-native, serverless, deployable in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517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EAE3"/>
                </a:solidFill>
              </a:rPr>
              <a:t>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81912"/>
            <a:ext cx="2651760" cy="192024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130F"/>
                </a:solidFill>
              </a:rPr>
              <a:t>Flutter Android
(Riverpod state mgmt)
Dart, Material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11296"/>
            <a:ext cx="2651760" cy="1828800"/>
          </a:xfrm>
          <a:prstGeom prst="rect">
            <a:avLst/>
          </a:prstGeom>
          <a:solidFill>
            <a:srgbClr val="EDEAE3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593592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Firebase Messaging
FCM push notifications
Device token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280160"/>
            <a:ext cx="26517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307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EAE3"/>
                </a:solidFill>
              </a:rPr>
              <a:t>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581912"/>
            <a:ext cx="2651760" cy="192024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1664208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130F"/>
                </a:solidFill>
              </a:rPr>
              <a:t>FastAPI + Python 3.12
Deploy: Render (Docker)
mesh-ai-backend.onrender.com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511296"/>
            <a:ext cx="2651760" cy="1828800"/>
          </a:xfrm>
          <a:prstGeom prst="rect">
            <a:avLst/>
          </a:prstGeom>
          <a:solidFill>
            <a:srgbClr val="EDEAE3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3593592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Endpoints:
GET /deck  POST /pitches
POST /asks/ai-answer
POST /internal/notify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280160"/>
            <a:ext cx="26517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307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EAE3"/>
                </a:solidFill>
              </a:rPr>
              <a:t>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581912"/>
            <a:ext cx="2651760" cy="192024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664208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130F"/>
                </a:solidFill>
              </a:rPr>
              <a:t>Groq Cloud
llama-3.3-70b-versatile
llama-4-scout-17b (vision)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511296"/>
            <a:ext cx="2651760" cy="1828800"/>
          </a:xfrm>
          <a:prstGeom prst="rect">
            <a:avLst/>
          </a:prstGeom>
          <a:solidFill>
            <a:srgbClr val="EDEAE3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593592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fastembed
all-MiniLM-L6-v2
384-d skill vectors
Stored in pgvector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1704" y="1280160"/>
            <a:ext cx="26517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307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EAE3"/>
                </a:solidFill>
              </a:rPr>
              <a:t>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61704" y="1581912"/>
            <a:ext cx="2651760" cy="192024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1664208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130F"/>
                </a:solidFill>
              </a:rPr>
              <a:t>Supabase
PostgreSQL + pgvector
RLS + SECURITY DEFINER RPCs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704" y="3511296"/>
            <a:ext cx="2651760" cy="1828800"/>
          </a:xfrm>
          <a:prstGeom prst="rect">
            <a:avLst/>
          </a:prstGeom>
          <a:solidFill>
            <a:srgbClr val="EDEAE3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3593592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pg_net triggers
HTTP calls to backend
Real-time subscriptions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816" y="2331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2744" y="2331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2331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32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All data encrypted at rest · RLS enforced on every table · private storage buckets · SECURITY DEFINER RPCs grant-controlled · 0 Supabase advisor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08 · DATA, CONTEXT &amp;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AE3"/>
                </a:solidFill>
              </a:rPr>
              <a:t>The data flywheel that gets smarter with every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WHAT IT TRAINS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24712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120640" cy="77724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GitHub Repos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848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Language weights · commit frequency · recency · repo stars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760720" cy="77724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90195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Skill weight vector per user (384-d) + verified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6039"/>
            <a:ext cx="5120640" cy="77724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6517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Swipe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95351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Right / left per deck card · speed · order effects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606039"/>
            <a:ext cx="5760720" cy="77724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2770631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Affinity centroid: who you right-swipe → deck personalises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74720"/>
            <a:ext cx="5120640" cy="77724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Help Karma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822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Accepted answers · repeat-pair damping · per-skill karma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474720"/>
            <a:ext cx="5760720" cy="77724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363931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Expertise signal per skill → Expert badge threshold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5120640" cy="77724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Feed Behavior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690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Posts authored · comments · reactions · asks 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343400"/>
            <a:ext cx="5760720" cy="77724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450799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Complementarity model fine-tuning signal for RedRob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79"/>
            <a:ext cx="5120640" cy="77724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52577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Collab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55955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C93"/>
                </a:solidFill>
              </a:rPr>
              <a:t>Logged collabs · skill tags · partner skill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54406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534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5212079"/>
            <a:ext cx="5760720" cy="77724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5376671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EAE3"/>
                </a:solidFill>
              </a:rPr>
              <a:t>Pair quality signal: did these two actually build something?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172200"/>
            <a:ext cx="112471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EAE3"/>
                </a:solidFill>
              </a:rPr>
              <a:t>REDROB VALUE  ·  This dataset — verified skills + behavioral complementarity signals — is the training corpus that makes RedRob's HR matching uniquely accurate.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09 · SCALABILITY &amp; TECHNICAL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30F"/>
                </a:solidFill>
              </a:rPr>
              <a:t>Proven at hackathon scale. Designed for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Vector Search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pgvector with HNSW index supports 100M+ vectors at &lt;50ms.
Currently: 45+ skills × 13 profiles. Path: shard by skill category.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Ranking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5564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Serve-time reads pre-computed embeddings only — no ML inference.
Complement map is pure Python dict lookup. P99 &lt;200ms.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Push Notification Fan-out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pg_net triggers HTTP to FastAPI → FCM fan-out.
Limit 25 recipients per ask. Scale: batch + queue via Supabase Edge Functions.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92608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LLM Cost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0156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Groq free tier for hackathon. Production: cache pitch results,
idempotent AI-answer (store once, serve forever). 15 req/min rate limit.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Auth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4748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Supabase RLS on every table. SECURITY DEFINER RPCs.
is_blocked() check on all reads. 0 advisor errors. Rate-limit triggers.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72000"/>
            <a:ext cx="5394960" cy="150876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6634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Implementation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047488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7534A"/>
                </a:solidFill>
              </a:rPr>
              <a:t>Core (deck+chat+feed): 3 weeks.
Verified skill badges + reputation: week 4.
RedRob integration API: week 5–6.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10 · REDROB ECOSYSTEM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AE3"/>
                </a:solidFill>
              </a:rPr>
              <a:t>Mesh is a data flywheel that feeds RedRob's core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LEVERAGES FROM REDROB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5303520" cy="658368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2821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✦  Talent graph (existing profiles, skills, work history)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14016"/>
            <a:ext cx="5303520" cy="658368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780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✦  Hiring intent signals (job seeker / hiring manager mode)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63824"/>
            <a:ext cx="5303520" cy="658368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22783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✦  Professional network (connections, endorsements)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13632"/>
            <a:ext cx="5303520" cy="658368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977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✦  Productivity context (teams, projects, tools used)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5303520" cy="658368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727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✦  Communication infrastructure (messaging layer)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383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3192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7534A"/>
                </a:solidFill>
              </a:rPr>
              <a:t>DATA
FLYWHEEL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INTRODUCES TO REDROB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664208"/>
            <a:ext cx="5120640" cy="658368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172821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→  Verified skill weights (proven by work, not self-report)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14016"/>
            <a:ext cx="5120640" cy="658368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24780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→  Behavioral complementarity signal (who builds well together)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163824"/>
            <a:ext cx="5120640" cy="658368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2278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→  Help-karma reputation (reliable peer quality signal)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913632"/>
            <a:ext cx="5120640" cy="658368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39776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→  Collab history (actual project completion patterns)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4663440"/>
            <a:ext cx="5120640" cy="658368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47274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EAE3"/>
                </a:solidFill>
              </a:rPr>
              <a:t>→  Skill demand signal (which skills get asked about most)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053328"/>
            <a:ext cx="11247120" cy="594360"/>
          </a:xfrm>
          <a:prstGeom prst="rect">
            <a:avLst/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C93"/>
                </a:solidFill>
              </a:rPr>
              <a:t>UNLOCKED OPPORTUNITIES  ·  AI team-builder for hiring managers  ·  Skill-gap prediction for workforce planning  ·  Peer learning recommendations  ·  Competence-verified candidate ranking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11 · IMPACT &amp;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130F"/>
                </a:solidFill>
              </a:rPr>
              <a:t>We measure what actually matters — real collaboration, not vanity.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430000" cy="127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1673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% who import GitHub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profiles.onboarded + github_username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8016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8016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31673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64592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1.2×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Asks posted per DAU per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743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feed_posts where kind='ask'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128016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128016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31673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164592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&gt;35%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Ask-to-solve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743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feed_posts.status='solved' / total 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7472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7472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1129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Reputation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404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98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Builders earning Expert badge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help_karma ≥30 per skill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47472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47472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51129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38404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&gt;40%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498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D30 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937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Supabase auth.last_sign_in_at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7576" y="3474720"/>
            <a:ext cx="3566160" cy="2011680"/>
          </a:xfrm>
          <a:prstGeom prst="rect">
            <a:avLst/>
          </a:prstGeom>
          <a:solidFill>
            <a:srgbClr val="F7F5F0"/>
          </a:solidFill>
          <a:ln w="9525">
            <a:solidFill>
              <a:srgbClr val="57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37576" y="3474720"/>
            <a:ext cx="3566160" cy="292608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9016" y="351129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EAE3"/>
                </a:solidFill>
              </a:rPr>
              <a:t>Ecosystem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38404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498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130F"/>
                </a:solidFill>
              </a:rPr>
              <a:t>Skill vectors exported to RedRob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937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534A"/>
                </a:solidFill>
              </a:rPr>
              <a:t>Tracked: API integration data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7534A"/>
                </a:solidFill>
              </a:rPr>
              <a:t>VALUE FOR REDROB:  Every interaction creates a training signal. Help-karma + collab-logs = ground-truth competence data worth more than any resume corpus.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534A"/>
                </a:solidFill>
              </a:rPr>
              <a:t>12 ·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DEAE3"/>
                </a:solidFill>
              </a:rPr>
              <a:t>From builder community to the talent graph
underpinning all of RedRob.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430000" cy="12700"/>
          </a:xfrm>
          <a:prstGeom prst="rect">
            <a:avLst/>
          </a:prstGeom>
          <a:solidFill>
            <a:srgbClr val="57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65176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EAE3"/>
                </a:solidFill>
              </a:rPr>
              <a:t>NOW  ·  Hackathon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651760" cy="39319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·  Community feed (ask/show/offer/buildlog)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2607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·  GitHub-verified skill graph + karma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675887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·  Complementarity deck + AI pitches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42569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·  FCM push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17550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EAE3"/>
                </a:solidFill>
              </a:rPr>
              <a:t>·  12 demo users, live Supabase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91640"/>
            <a:ext cx="2651760" cy="347472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9C93"/>
                </a:solidFill>
              </a:rPr>
              <a:t>YEAR 1  · 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2048256"/>
            <a:ext cx="2651760" cy="39319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217627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Portfolio AI judge (vision model grades real projects)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92607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LinkedIn + Twitter import as unverified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675887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Streak system + public skill leaderboards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442569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RedRob API: export verified skill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517550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Android + iOS + PWA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691640"/>
            <a:ext cx="2651760" cy="347472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9C93"/>
                </a:solidFill>
              </a:rPr>
              <a:t>YEAR 2  · 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2048256"/>
            <a:ext cx="2651760" cy="39319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17627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Enterprise teams: org-level skill gap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92607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Workforce planning dashboard for HR managers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675887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Mentorship matching (senior ↔ junior)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442569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Skill demand forecasting (trending asks → signals)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17550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RedRob hiring: competence-verified candidate ranking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704" y="1691640"/>
            <a:ext cx="2651760" cy="347472"/>
          </a:xfrm>
          <a:prstGeom prst="rect">
            <a:avLst/>
          </a:prstGeom>
          <a:solidFill>
            <a:srgbClr val="25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9C93"/>
                </a:solidFill>
              </a:rPr>
              <a:t>YEAR 3  ·  Ecosystem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61704" y="2048256"/>
            <a:ext cx="2651760" cy="39319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217627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AI team-builder: 'assemble a team for this project'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92607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Verified credential NFT / portable skill passport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3675887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Open API: any platform can query the skill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42569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RedRob becomes the LinkedIn of real 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517550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C93"/>
                </a:solidFill>
              </a:rPr>
              <a:t>·  Network effects: more builders → better matches for 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7534A"/>
                </a:solidFill>
              </a:rPr>
              <a:t>"Mesh is the proof of concept. The verified skill graph it generates is the product RedRob ships to enterprises."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